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ora" pitchFamily="2" charset="0"/>
      <p:regular r:id="rId15"/>
    </p:embeddedFont>
    <p:embeddedFont>
      <p:font typeface="Source Sans Pro" panose="020B0503030403020204" pitchFamily="34" charset="0"/>
      <p:regular r:id="rId16"/>
      <p:bold r:id="rId17"/>
    </p:embeddedFont>
    <p:embeddedFont>
      <p:font typeface="Source Sans Pro Bold" panose="020B0703030403020204" pitchFamily="34" charset="0"/>
      <p:bold r:id="rId18"/>
    </p:embeddedFont>
  </p:embeddedFontLst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00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274884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Fitness Coach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37724" y="5515808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37724" y="4114800"/>
            <a:ext cx="3009781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3A3630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Oladele </a:t>
            </a:r>
            <a:r>
              <a:rPr lang="en-US" sz="2350" b="1" dirty="0" err="1">
                <a:solidFill>
                  <a:srgbClr val="3A3630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Oluwadamilola</a:t>
            </a:r>
            <a:endParaRPr lang="en-US" sz="235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07EF5BE-1BDC-4330-AE2E-E7FDBE135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215884"/>
            <a:ext cx="126893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Introducing SmartFit: AI-Powered Fitness Coach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27887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5361146"/>
            <a:ext cx="301990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Workouts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5856684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creates adaptive routines tailored to your body and goals.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55776" y="527887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6033611" y="53611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Feedback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3611" y="5856684"/>
            <a:ext cx="334101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Instant posture and form corrections using smartphone sensors.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73828" y="527887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10451663" y="53611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Progress Tracking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51663" y="5856684"/>
            <a:ext cx="334101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Motivational insights and data-driven recommendations for growth.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79545"/>
            <a:ext cx="31901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Fitness Industry Growth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Projected to reach $50B by 2027 with tech-driven solutions leading.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57080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Millennials &amp; Gen Z prioritizing convenience and personalized health.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723430"/>
            <a:ext cx="63362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Competitive Advantages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86420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30257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Cutting-edge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521273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Proprietary machine learning algorithms outperform current apps.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786420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4930973" y="30257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Engagement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521273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Gamification and social features increase retention substantially.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148977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1077039" y="53882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Affordable Access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5883831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Subscription model with free basic version disrupts market pricing.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7295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Model &amp; Monetization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539960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9913" y="27792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Freemium Access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879913" y="3274814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Users start free, encouraging trial and adoption.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3976211"/>
            <a:ext cx="1196816" cy="17402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79913" y="4215527"/>
            <a:ext cx="29297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Premium Subscription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879913" y="4711065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Unlocks advanced features, personalized plans, and coaching.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5716429"/>
            <a:ext cx="1196816" cy="17402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79913" y="59557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Partnerships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879913" y="6451283"/>
            <a:ext cx="59127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Collaborations with gyms and wearables for mutual growth.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1663303"/>
            <a:ext cx="606754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Go-to-Market Strategy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593324" y="2726293"/>
            <a:ext cx="30480" cy="3840004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5" name="Shape 2"/>
          <p:cNvSpPr/>
          <p:nvPr/>
        </p:nvSpPr>
        <p:spPr>
          <a:xfrm>
            <a:off x="6832104" y="2980253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6" name="Shape 3"/>
          <p:cNvSpPr/>
          <p:nvPr/>
        </p:nvSpPr>
        <p:spPr>
          <a:xfrm>
            <a:off x="6324064" y="272629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6424315" y="2784277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790259" y="28085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Q1 - Beta Launch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90259" y="3304103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Invite influencers and early adopters for feedback.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832104" y="4419838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1" name="Shape 8"/>
          <p:cNvSpPr/>
          <p:nvPr/>
        </p:nvSpPr>
        <p:spPr>
          <a:xfrm>
            <a:off x="6324064" y="416587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6424315" y="4223861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790259" y="424815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Q2 - Marketing Push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90259" y="4743688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Targeted ads and partnerships boost visibility.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6832104" y="5859423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4064" y="560546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7" name="Text 14"/>
          <p:cNvSpPr/>
          <p:nvPr/>
        </p:nvSpPr>
        <p:spPr>
          <a:xfrm>
            <a:off x="6424315" y="566344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790259" y="56877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Q3 - Expansion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790259" y="6183273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new features and scale user acquisition globally.</a:t>
            </a:r>
            <a:endParaRPr lang="en-US" sz="18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7E0D4E1F-D4DA-4B36-8960-7C47BC543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1705" y="420648"/>
            <a:ext cx="3599140" cy="44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021705" y="1176337"/>
            <a:ext cx="8073390" cy="504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$5M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9158645" y="1872139"/>
            <a:ext cx="1799511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Year 1 Revenue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21705" y="2188607"/>
            <a:ext cx="807339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Initial traction through subscriptions and partnerships.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21705" y="2968704"/>
            <a:ext cx="8073390" cy="504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20%</a:t>
            </a:r>
            <a:endParaRPr lang="en-US" sz="3950" dirty="0"/>
          </a:p>
        </p:txBody>
      </p:sp>
      <p:sp>
        <p:nvSpPr>
          <p:cNvPr id="8" name="Text 5"/>
          <p:cNvSpPr/>
          <p:nvPr/>
        </p:nvSpPr>
        <p:spPr>
          <a:xfrm>
            <a:off x="9158645" y="3664506"/>
            <a:ext cx="1799511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21705" y="3980974"/>
            <a:ext cx="807339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Improved through scalable technology and efficient marketing.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21705" y="4761071"/>
            <a:ext cx="8073390" cy="504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500K</a:t>
            </a:r>
            <a:endParaRPr lang="en-US" sz="3950" dirty="0"/>
          </a:p>
        </p:txBody>
      </p:sp>
      <p:sp>
        <p:nvSpPr>
          <p:cNvPr id="11" name="Text 8"/>
          <p:cNvSpPr/>
          <p:nvPr/>
        </p:nvSpPr>
        <p:spPr>
          <a:xfrm>
            <a:off x="9158645" y="5456873"/>
            <a:ext cx="1799511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21705" y="5773341"/>
            <a:ext cx="807339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Expected by end of year two with global reach.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21705" y="6553438"/>
            <a:ext cx="8073390" cy="504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$15M</a:t>
            </a:r>
            <a:endParaRPr lang="en-US" sz="3950" dirty="0"/>
          </a:p>
        </p:txBody>
      </p:sp>
      <p:sp>
        <p:nvSpPr>
          <p:cNvPr id="14" name="Text 11"/>
          <p:cNvSpPr/>
          <p:nvPr/>
        </p:nvSpPr>
        <p:spPr>
          <a:xfrm>
            <a:off x="9158645" y="7249239"/>
            <a:ext cx="1799511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Year 3 Revenue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21705" y="7565708"/>
            <a:ext cx="807339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Growth from premium subscribers and brand collaborations.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51127"/>
            <a:ext cx="745021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 &amp; 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6534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Innovative Product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24469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SmartFit revolutionizes fitness with smart AI coaching.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6534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 Potential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24469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Strong growth opportunity with scalable business model.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653433"/>
            <a:ext cx="318420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Investment Opportunity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24469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Seeking capital to accelerate growth and market entry.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49533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Join us in transforming how millions achieve fitness goals. Let's schedule a follow-up to discuss investment details.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301</Words>
  <Application>Microsoft Office PowerPoint</Application>
  <PresentationFormat>Custom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Source Sans Pro</vt:lpstr>
      <vt:lpstr>Lora</vt:lpstr>
      <vt:lpstr>Arial</vt:lpstr>
      <vt:lpstr>Source Sans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INI-OLUWA OLAJIDE</cp:lastModifiedBy>
  <cp:revision>2</cp:revision>
  <dcterms:created xsi:type="dcterms:W3CDTF">2025-05-13T19:27:40Z</dcterms:created>
  <dcterms:modified xsi:type="dcterms:W3CDTF">2025-05-13T19:31:24Z</dcterms:modified>
</cp:coreProperties>
</file>